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封面沿用上次组会的版式。今天不铺五篇记忆论文，只精读 MemoryART：它把自适应共振理论做成医疗问诊智能体的长期记忆，发表在 AAAI-26 的创新应用轨道 IAAI。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120" y="-1417320"/>
            <a:ext cx="14109192" cy="4892040"/>
          </a:xfrm>
          <a:prstGeom prst="ellipse">
            <a:avLst/>
          </a:prstGeom>
          <a:ln>
            <a:noFill/>
          </a:ln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13632"/>
            <a:ext cx="1572768" cy="1572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48840" y="3950208"/>
            <a:ext cx="95097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2176272" y="4590288"/>
            <a:ext cx="2834640" cy="320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4718304"/>
            <a:ext cx="9509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MemoryART：医疗问诊智能体的多记忆创新应用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汇报人：樊曦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2026.10.22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今天只精读这一篇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2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2412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024128"/>
            <a:ext cx="73152" cy="1572768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23B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26187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长期问诊要记住的是病情，不是聊天记录。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02412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024128"/>
            <a:ext cx="73152" cy="1572768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25296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23B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126187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1051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工作记忆、情景记忆、语义记忆，情景层用 Fusion ART。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276148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2761488"/>
            <a:ext cx="73152" cy="1572768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62656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23B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299923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MediLongChat：约十万 token 的多疾病就诊史，外加三项任务。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76148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2761488"/>
            <a:ext cx="73152" cy="1572768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962656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23B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299923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4787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五种 LLM、两个基准。跨就诊提升大，同时看噪声和 token。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449884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" y="4498848"/>
            <a:ext cx="73152" cy="1572768"/>
          </a:xfrm>
          <a:prstGeom prst="rect">
            <a:avLst/>
          </a:prstGeom>
          <a:solidFill>
            <a:srgbClr val="0E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00016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473659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8523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对照上次读过的 MemoryBank、ARTEM、MemoryOS、A-Mem。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49884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4498848"/>
            <a:ext cx="73152" cy="1572768"/>
          </a:xfrm>
          <a:prstGeom prst="rect">
            <a:avLst/>
          </a:prstGeom>
          <a:solidFill>
            <a:srgbClr val="0E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700016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473659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28523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手工通道、生成数据，以及它还不能当成临床结论。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论文是哪一篇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3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11320272" cy="214884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5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133856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MemoryART: Enhancing LLMs via Multi-Memory Models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with Adaptive Resonance Theory for Healthcare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26771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Renke Dai*，Hebin Hu*，Jiahui Zhang，Yilin Kang†，Ah-Hwee Tan†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中南民族大学　·　新加坡管理大学　　* 共同一作　　† 通讯作者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3310128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1985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324612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AAAI-26，同时收入第 38 届 IAAI
创新应用轨道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3310128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41985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767328"/>
            <a:ext cx="324612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2026
DOI: 10.1609/aaai.v40i25.39205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3310128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41985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67328"/>
            <a:ext cx="324612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github.com/dairkkriad/MemoryART
模型无关，可接到不同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9472"/>
            <a:ext cx="1124712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和上次组会的关系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ARTEM 用 Fusion ART 做通用时空情景记忆。本文作者里同样有 Ah-Hwee Tan，但问题换成了跨就诊医疗问诊：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用多通道共振决定一段新病情该并入旧情节，还是单独成段，避免不同疾病被压成同一个原型。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问诊要跨很多次就诊记住同一个人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4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7452360" cy="53492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15214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70408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医疗对话模型能描述症状，但判断依赖这个病人自己的既往史、生活习惯，以及多次就诊的先后。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971800"/>
            <a:ext cx="69494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118104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20–30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18104"/>
            <a:ext cx="4297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一名病人的就诊对话数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3977639"/>
            <a:ext cx="69494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123944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约 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123944"/>
            <a:ext cx="4297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单次就诊的 token，大约 40 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4983480"/>
            <a:ext cx="69494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129784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超过 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129784"/>
            <a:ext cx="4297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完整病史的 token，窗口放不下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987552"/>
            <a:ext cx="3657600" cy="5349240"/>
          </a:xfrm>
          <a:prstGeom prst="roundRect">
            <a:avLst>
              <a:gd name="adj" fmla="val 5000"/>
            </a:avLst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0700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模型实际要记住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200400" cy="3931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3F4F6"/>
                </a:solidFill>
                <a:latin typeface="Microsoft YaHei"/>
                <a:ea typeface="Microsoft YaHei"/>
                <a:cs typeface="Microsoft YaHei"/>
              </a:rPr>
              <a:t>–   这次就诊的日期和地点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3F4F6"/>
                </a:solidFill>
                <a:latin typeface="Microsoft YaHei"/>
                <a:ea typeface="Microsoft YaHei"/>
                <a:cs typeface="Microsoft YaHei"/>
              </a:rPr>
              <a:t>–   主诉、检查和治疗方案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3F4F6"/>
                </a:solidFill>
                <a:latin typeface="Microsoft YaHei"/>
                <a:ea typeface="Microsoft YaHei"/>
                <a:cs typeface="Microsoft YaHei"/>
              </a:rPr>
              <a:t>–   疾病之间谁先谁后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3F4F6"/>
                </a:solidFill>
                <a:latin typeface="Microsoft YaHei"/>
                <a:ea typeface="Microsoft YaHei"/>
                <a:cs typeface="Microsoft YaHei"/>
              </a:rPr>
              <a:t>–   当前症状对应哪段旧病史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3F4F6"/>
                </a:solidFill>
                <a:latin typeface="Microsoft YaHei"/>
                <a:ea typeface="Microsoft YaHei"/>
                <a:cs typeface="Microsoft YaHei"/>
              </a:rPr>
              <a:t>–   这个病人的身份与习惯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现有记忆方法卡在三个地方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5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24128"/>
            <a:ext cx="3657600" cy="416052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024128"/>
            <a:ext cx="365760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嵌入检索过重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MemGPT 与 MemoryBank 做向量检索。语义相近，却不是本次病情。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容易召回寒暄，或另一段病的相似说法。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024128"/>
            <a:ext cx="3657600" cy="416052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024128"/>
            <a:ext cx="365760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261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627632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组织方式造成原型坍缩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37744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MemoryOS 把对话页按嵌入和关键词合成段。噪声会把不同病情放进同一段。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02336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段摘要不稳，检索要在混杂段落里再找一次。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024128"/>
            <a:ext cx="3657600" cy="416052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024128"/>
            <a:ext cx="365760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61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627632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连接缺少任务意识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4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A-Mem 用 LLM 给记忆自动建链。调用贵，链接也难控。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2336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这些链接通常与当前诊断任务无关。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另外两条路也不解决连续问诊：上下文学习只覆盖当前窗口；把知识微调进参数，更新成本高，也难按次就诊修订。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目的：外挂一套能更新、能解释的问诊记忆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6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24128"/>
            <a:ext cx="5577840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80160"/>
            <a:ext cx="566928" cy="566928"/>
          </a:xfrm>
          <a:prstGeom prst="ellipse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353312"/>
            <a:ext cx="42976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三分记忆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075688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工作记忆、情景记忆、语义记忆分开。问诊时按任务取用，而不是把历史整段贴进提示词。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024128"/>
            <a:ext cx="5577840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280160"/>
            <a:ext cx="566928" cy="566928"/>
          </a:xfrm>
          <a:prstGeom prst="ellipse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353312"/>
            <a:ext cx="42976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Fusion 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075688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情景层做多通道竞争学习和共振匹配。对得上就并入旧情节，对不上就新建，减轻原型坍缩。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630168"/>
            <a:ext cx="5577840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59352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959352"/>
            <a:ext cx="42976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MediLongChat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681728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自建长期医疗对话基准。每名病人 20–30 次就诊，并设计对话内、跨对话、综合诊断三项任务。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630168"/>
            <a:ext cx="5577840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886200"/>
            <a:ext cx="566928" cy="566928"/>
          </a:xfrm>
          <a:prstGeom prst="ellipse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59352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959352"/>
            <a:ext cx="42976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效率与效果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681728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五个常用 LLM 上综合排名第一。论文报告 CDR 的 F1 提高 14.88，多跳 QA 的 F1 提高 6.01，token 少于 A-Mem 和 MemoryOS。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三个记忆模块各管一段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7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3657600" cy="3794760"/>
          </a:xfrm>
          <a:prstGeom prst="roundRect">
            <a:avLst>
              <a:gd name="adj" fmla="val 7000"/>
            </a:avLst>
          </a:prstGeom>
          <a:solidFill>
            <a:srgbClr val="EE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工作记忆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2" y="118872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此刻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4612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最近 N 轮对话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每轮保存问题、回答、时间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满容后按 FIFO 迁出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只服务当前推理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005840"/>
            <a:ext cx="3657600" cy="3794760"/>
          </a:xfrm>
          <a:prstGeom prst="roundRect">
            <a:avLst>
              <a:gd name="adj" fmla="val 7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1521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情景记忆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18872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经历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691640"/>
            <a:ext cx="324612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Fusion ART 三层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F1 属性，F2 事件，F3 情节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共振则并入，否则新建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保存病情和上下文线索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005840"/>
            <a:ext cx="3657600" cy="3794760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521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语义记忆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1592" y="118872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知识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24612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静态：模型参数中的一般知识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动态：用户画像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动态：智能体角色与策略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 显式保存，交互中可改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956048"/>
            <a:ext cx="11320272" cy="1371600"/>
          </a:xfrm>
          <a:prstGeom prst="roundRect">
            <a:avLst>
              <a:gd name="adj" fmla="val 6000"/>
            </a:avLst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1023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C7C3"/>
                </a:solidFill>
                <a:latin typeface="Microsoft YaHei"/>
                <a:ea typeface="Microsoft YaHei"/>
                <a:cs typeface="Microsoft YaHei"/>
              </a:rPr>
              <a:t>一次回答怎么走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864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当前问题  →  在情节和事件上计算选择分数  →  用警惕阈值做共振过滤  →  拼上用户画像与智能体画像  →  LLM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情景记忆：事件先分开，再组成情节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8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11320272" cy="169164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1088136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M(E) = { E(j) }          E(j) = { x(i) }          x(i) = { x(i,1) … x(i,K)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 个情节。每个情节里有若干事件。每个事件是 K 个通道上的属性向量。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通道可以各自定义相似度，论文举例包括摘要、人物，以及时间接近、症状重叠、结构线索。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8803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054096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情节层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若干相关事件收成一段病情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乳腺癌的就诊与随访可以在同一情节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8803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0175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3054096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事件层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56616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当前输入的多通道事件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1998-07-18，市立医院，右乳肿块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8803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3054096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属性层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摘要、人物等通道属性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病人 Jane，主诉与检查要点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新事件只进入共振成功的情节。乳腺癌和腕部扭伤对不上，就各成一段，不会写成同一条笼统摘要。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选择分数先把候选缩小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9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11320272" cy="1554480"/>
          </a:xfrm>
          <a:prstGeom prst="roundRect">
            <a:avLst>
              <a:gd name="adj" fmla="val 6000"/>
            </a:avLst>
          </a:prstGeom>
          <a:solidFill>
            <a:srgbClr val="F8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Tᵢ  =  Σₖ  γ(k) · Sim(k)( x(k), xᵢ(k) )   /   ( α + Σₖ ||xᵢ(k)||₁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对每个已保存事件，把各通道相似度按权重加总，再用该事件各通道的 L1 范数做分母。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78892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99008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γ(k)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474720"/>
            <a:ext cx="507492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通道权重。症状、时间、人物不必同等重要。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78892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99008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Sim(k)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3474720"/>
            <a:ext cx="507492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这个通道自己的相似度，不强制所有通道用同一种度量。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448056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68172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α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5166360"/>
            <a:ext cx="507492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选择正则项，避免很短的向量把分数抬得过高。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48056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468172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Top-k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5166360"/>
            <a:ext cx="507492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只留下分数最高的事件，并回到它们所属的情节。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共振决定并入旧情节，还是新建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10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11320272" cy="10515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Matchⱼ(k)  =  Sim(k)( x(k), wⱼ(k) 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各通道与情节原型 wⱼ 比较。综合相似度超过警惕阈值 ρ（0 到 1）才算共振。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2402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37744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32304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算选择分数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246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和已有原型打分，只留少数候选。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2402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37744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432304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做共振检验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926080"/>
            <a:ext cx="3246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候选情节逐个与阈值 ρ 比较。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2402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4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432304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并入或新建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246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通过则更新原型，否则另起情节。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389120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4389120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3542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会更新原型，也会新建情节。记忆只在这一步增长。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53542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召回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95604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同样先选情节、再选事件。只返回上下文，不改记忆。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工作记忆管当下，语义记忆管这个人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11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5623560" cy="53035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1521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工作记忆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6642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最近 N 轮，每轮一条（问题，回答，时间）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26080"/>
            <a:ext cx="5074920" cy="3017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  容量固定，新轮进入、最旧轮离开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  旧轮按 FIFO 迁入情景记忆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  承担当前几轮的推理，不保存终身病史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  计算开销小，始终是最近上下文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987552"/>
            <a:ext cx="5486400" cy="53035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52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语义记忆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91640"/>
            <a:ext cx="50292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783080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静态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093976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预训练参数里的一般医学知识，不在对话中逐条改写。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834640"/>
            <a:ext cx="50292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926080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用户画像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236976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身份、偏好、目标，以及可修订的病史要点。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977639"/>
            <a:ext cx="50292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4069079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智能体画像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379976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角色、行为策略、专科能力和任务范围。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MediLongChat：先造病历，再造一辈子的就诊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12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7635240" cy="120700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1316736"/>
            <a:ext cx="530352" cy="530352"/>
          </a:xfrm>
          <a:prstGeom prst="ellipse">
            <a:avLst/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0817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15568"/>
            <a:ext cx="64465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疾病知识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644652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疾病—并发症、疾病—症状。并发症表由模型生成后人工修订；症状组用来做综合题的干扰项。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313432"/>
            <a:ext cx="7635240" cy="120700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2642616"/>
            <a:ext cx="530352" cy="530352"/>
          </a:xfrm>
          <a:prstGeom prst="ellipse">
            <a:avLst/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73405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41448"/>
            <a:ext cx="64465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终身病历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07208"/>
            <a:ext cx="644652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基本信息、生活习惯、既往史、补充信息。虚构但结构完整。评测时对模型隐藏，也不直接放进最终集。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639312"/>
            <a:ext cx="7635240" cy="120700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3968496"/>
            <a:ext cx="530352" cy="530352"/>
          </a:xfrm>
          <a:prstGeom prst="ellipse">
            <a:avLst/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05993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67328"/>
            <a:ext cx="64465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就诊对话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33087"/>
            <a:ext cx="644652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每次约 40 轮、约 5K token，含日期、地点、主诉、检查和治疗。每人 20–30 次，合计超过 100K token。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987552"/>
            <a:ext cx="3474720" cy="3977639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15214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论文中的例子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627632"/>
            <a:ext cx="3154680" cy="3063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Jane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1980　水痘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1991　普通感冒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1998　乳腺癌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2005　腕部扭伤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当前持续头痛，实际为乳腺癌脑转移。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病历是生成后再修订的，不是真实电子病历。它用来压测记忆，不能据此说系统已经可以临床使用。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三项任务对应三种问诊动作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13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3675887" cy="48920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3385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IDR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对话内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385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F1 / BLEU-1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3172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只来自一次就诊，问日期、地点、疾病和方案。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160520"/>
            <a:ext cx="33101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27939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2005-06-14 得了什么病？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腕部扭伤。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987552"/>
            <a:ext cx="3675887" cy="48920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13385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CDR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跨对话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385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F1 / BLEU-1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33172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串起多次就诊：间隔多久、先后顺序，或是否得过某病。病史长于窗口。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4160520"/>
            <a:ext cx="33101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427939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水痘到乳腺癌隔了几年？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18 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987552"/>
            <a:ext cx="3675887" cy="48920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13385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SR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综合诊断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19385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33172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凭全部病史和当前症状，在四个选项里判断继发疾病或并发症。干扰项按症状相似来选。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4160520"/>
            <a:ext cx="33101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427939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持续头痛可能是什么？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乳腺癌脑转移。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MediLongChat：五个模型都是综合第一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14  / 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987552"/>
          <a:ext cx="1132027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54480"/>
                <a:gridCol w="1554480"/>
                <a:gridCol w="1691640"/>
                <a:gridCol w="2606040"/>
                <a:gridCol w="1764792"/>
              </a:tblGrid>
              <a:tr h="63246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Acc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IDR F1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CDR F1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MemoryOS 的 CDR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63246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Deepseek-R1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45.73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69.61</a:t>
                      </a:r>
                    </a:p>
                  </a:txBody>
                  <a:tcPr anchor="ctr">
                    <a:solidFill>
                      <a:srgbClr val="FDF6F6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63246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Qwen3-235B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83.75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41.29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55.96</a:t>
                      </a:r>
                    </a:p>
                  </a:txBody>
                  <a:tcPr anchor="ctr">
                    <a:solidFill>
                      <a:srgbClr val="FDF6F6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53.69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6101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63246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Ernie-4.5-turbo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33.85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8A5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47.71</a:t>
                      </a:r>
                    </a:p>
                  </a:txBody>
                  <a:tcPr anchor="ctr">
                    <a:solidFill>
                      <a:srgbClr val="FDF6F6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50.58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63246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GPT-4o mini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86.25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38.79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74.62</a:t>
                      </a:r>
                    </a:p>
                  </a:txBody>
                  <a:tcPr anchor="ctr">
                    <a:solidFill>
                      <a:srgbClr val="FDF6F6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48.76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6101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63246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GPT-4.1 mini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41.93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55.81</a:t>
                      </a:r>
                    </a:p>
                  </a:txBody>
                  <a:tcPr anchor="ctr">
                    <a:solidFill>
                      <a:srgbClr val="FDF6F6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36.59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表中是 MemoryART 的分数。对照列是同一模型下 MemoryOS 的 CDR F1。排名按 IDR 与 CDR 的平均表现，五个模型的 F1 排名和 BLEU 排名都是 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Ernie 的 CDR F1 为 47.71，低于 MemoryOS 的 50.58；同格 BLEU 是 27.81 对 10.94，所以综合仍排第一。Token 对照：MemoryBank 4272，MemoryOS 13503，A-Mem 16680。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数字不能只看平均排名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15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3675887" cy="3246120"/>
          </a:xfrm>
          <a:prstGeom prst="roundRect">
            <a:avLst>
              <a:gd name="adj" fmla="val 7000"/>
            </a:avLst>
          </a:prstGeom>
          <a:solidFill>
            <a:srgbClr val="EE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跨就诊提升最大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GPT-4o mini 的 CDR F1 从无记忆的 24.25 到 74.62。Deepseek-R1 从 20.36 到 69.61。这是全文最稳的收益。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005840"/>
            <a:ext cx="3675887" cy="32461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1704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综合诊断会被噪声拖累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659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SR 上无记忆 baseline 已有 80 到 83.75。记忆方法召回错误片段时，会把诊断带偏，所以不是每项都高于 baseline。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005840"/>
            <a:ext cx="3675887" cy="3246120"/>
          </a:xfrm>
          <a:prstGeom prst="roundRect">
            <a:avLst>
              <a:gd name="adj" fmla="val 7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1704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对话内推理可能变差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编码再检索会拆开一次就诊内部的上下文。IDR 常常低于 baseline，也低于该方法自己的 CDR。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4434840"/>
            <a:ext cx="11320272" cy="1828800"/>
          </a:xfrm>
          <a:prstGeom prst="roundRect">
            <a:avLst>
              <a:gd name="adj" fmla="val 6000"/>
            </a:avLst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61772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C7C3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02920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MemoryART 约 6101 token，约为 A-Mem 16680 的 37%，约为 MemoryOS 13503 的 45%。MemoryBank 只有 4272，CDR 却明显更低。省 token 和答对不是同一件事。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换到 LoCoMo，时间题和多跳题仍然领先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16  /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GPT-4o-mini 的 F1。LoCoMo 不是医疗数据，用来看这套记忆是否只对自建集有效。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1371600"/>
          <a:ext cx="113202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792"/>
                <a:gridCol w="2103120"/>
                <a:gridCol w="2103120"/>
                <a:gridCol w="2103120"/>
                <a:gridCol w="2103120"/>
              </a:tblGrid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单跳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多跳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开放域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18.43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8.35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23.74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MemoryBank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9.68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5.56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6.61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MemGPT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26.65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25.52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A-Mem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27.02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45.85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12.14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44.65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MemoryOS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0E6B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35.27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48.62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0292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MemoryART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8A5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31.43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47.04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27.46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48.86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24712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单跳 F1 是 MemoryOS 更高：35.27 对 31.43。但单跳 BLEU-1 是 MemoryART 更高：36.05 对 25.22。多跳、时间、开放域的 F1 都是 MemoryART 最高，时间题从 20.02 到 27.46。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摘要写多跳 QA 相对此前最优提高 6.01。表内相对 MemoryOS 是 +5.89，相对 A-Mem 是 +1.19。汇报时以表为准，摘要数字单独说明。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召回条数和通道数都不是越多越好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17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5623560" cy="397763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1521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k：召回的事件数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69164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IDR 的 F1 和 BLEU 随 k 上升，到一定数量后进入平台或略降。论文图里 k 大约从 0 到 25。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多召回能补上下文，过多就开始带入别的病情。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977639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要调的是相关性，不是上下文长度。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987552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52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m：参与共振的通道数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时间接近、症状重叠、结构线索等通道逐个加上后，IDR 和 CDR 都上升。论文图里 m 大约从 0 到 5。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不同通道提供的是互补线索，不是重复的向量。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39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6B66"/>
                </a:solidFill>
                <a:latin typeface="Microsoft YaHei"/>
                <a:ea typeface="Microsoft YaHei"/>
                <a:cs typeface="Microsoft YaHei"/>
              </a:rPr>
              <a:t>多通道是为了对齐病情，不是为了把相似度做复杂。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作者用这组消融对照“直接摘要”：问候和寒暄会被写进原型，不同临床事件变得无法区分。先选择、再按通道共振，是为了让留下的记忆跟本次病情对齐。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相对上次读过的论文，新在应用闭环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18  / 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96012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794760"/>
                <a:gridCol w="2468880"/>
                <a:gridCol w="3200400"/>
              </a:tblGrid>
              <a:tr h="56388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记忆里有什么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怎么取用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落在什么问题上</a:t>
                      </a:r>
                    </a:p>
                  </a:txBody>
                  <a:tcPr anchor="ctr">
                    <a:solidFill>
                      <a:srgbClr val="1E2B3C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6388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MemoryBank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对话、事件摘要、画像、遗忘曲线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 Top-k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长期陪伴式对话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6388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ARTEM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时间、空间、实体、内容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ART 警惕检索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通用情景记忆四任务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6388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MemoryOS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页，再按相似度合成段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段内再检索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通用智能体记忆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6388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A-Mem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带标签的笔记和自动链接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建链后检索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长期智能体推理</a:t>
                      </a:r>
                    </a:p>
                  </a:txBody>
                  <a:tcPr anchor="ctr">
                    <a:solidFill>
                      <a:srgbClr val="F7F8FA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  <a:tr h="563880">
                <a:tc>
                  <a:txBody>
                    <a:bodyPr wrap="square" lIns="36576" rIns="36576" tIns="18288" bIns="18288"/>
                    <a:lstStyle/>
                    <a:p>
                      <a:pPr algn="ctr"/>
                      <a:r>
                        <a:rPr sz="12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MemoryART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近期对话、ART 情节、医患画像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选择分数 + 共振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l"/>
                      <a:r>
                        <a:rPr sz="12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跨就诊问诊与并发症</a:t>
                      </a:r>
                    </a:p>
                  </a:txBody>
                  <a:tcPr anchor="ctr">
                    <a:solidFill>
                      <a:srgbClr val="FDF2F2"/>
                    </a:solidFill>
                    <a:lnL w="6350">
                      <a:solidFill>
                        <a:srgbClr val="E6E8EC"/>
                      </a:solidFill>
                    </a:lnL>
                    <a:lnR w="6350">
                      <a:solidFill>
                        <a:srgbClr val="E6E8EC"/>
                      </a:solidFill>
                    </a:lnR>
                    <a:lnT w="6350">
                      <a:solidFill>
                        <a:srgbClr val="E6E8EC"/>
                      </a:solidFill>
                    </a:lnT>
                    <a:lnB w="6350">
                      <a:solidFill>
                        <a:srgbClr val="E6E8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38912" y="4526280"/>
            <a:ext cx="3675887" cy="17373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4645152"/>
            <a:ext cx="334670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临床单元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5010912"/>
            <a:ext cx="334670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按病情情节组织，而不是按聊天轮次切块。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4526280"/>
            <a:ext cx="3675887" cy="17373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4645152"/>
            <a:ext cx="334670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任务即评测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3" y="5010912"/>
            <a:ext cx="334670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摘一次就诊、串多次就诊、判断并发症。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4526280"/>
            <a:ext cx="3675887" cy="17373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4645152"/>
            <a:ext cx="334670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可插拔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5010912"/>
            <a:ext cx="334670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不改参数。五个 LLM 共用一套记忆。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汇报时建议主动把边界说清楚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19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7452360" cy="129844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通道仍要手工设计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708660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任务相关的情景通道没有完全自动学出来。换专科或换到非医疗对话，通道要重做。这是作者自己写的泛化限制。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404872"/>
            <a:ext cx="7452360" cy="129844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数据不是真实病历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708660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MediLongChat 由模型生成，再经人工修订。可以比较记忆方法，不能外推成临床有效性。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3822191"/>
            <a:ext cx="7452360" cy="129844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高分任务要连 baseline 一起看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79"/>
            <a:ext cx="708660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综合诊断上，不接记忆的切分输入已经接近 80。记忆系统的价值主要在跨就诊，不在每一项都全面高于 baseline。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987552"/>
            <a:ext cx="3657600" cy="4251960"/>
          </a:xfrm>
          <a:prstGeom prst="roundRect">
            <a:avLst>
              <a:gd name="adj" fmla="val 6000"/>
            </a:avLst>
          </a:prstGeom>
          <a:solidFill>
            <a:srgbClr val="1E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170432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作者给出的下一步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6596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F3F4F6"/>
                </a:solidFill>
                <a:latin typeface="Microsoft YaHei"/>
                <a:ea typeface="Microsoft YaHei"/>
                <a:cs typeface="Microsoft YaHei"/>
              </a:rPr>
              <a:t>把医学影像和生理信号也编码进记忆，并与多模态 LLM 对齐。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C7C3"/>
                </a:solidFill>
                <a:latin typeface="Microsoft YaHei"/>
                <a:ea typeface="Microsoft YaHei"/>
                <a:cs typeface="Microsoft YaHei"/>
              </a:rPr>
              <a:t>在此之前，它只整理已有就诊信息，不替代诊断。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带走三句话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31520"/>
            <a:ext cx="11320272" cy="25603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MemoryART  ·  AAAI-26 / IAAI-26 创新应用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20  /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51560"/>
            <a:ext cx="11320272" cy="10972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325880"/>
            <a:ext cx="530352" cy="530352"/>
          </a:xfrm>
          <a:prstGeom prst="ellipse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19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07592"/>
            <a:ext cx="996696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长期问诊难在按病情组织记忆。把聊天记录存下来，不等于记住了这个病人。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286000"/>
            <a:ext cx="11320272" cy="10972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560320"/>
            <a:ext cx="530352" cy="530352"/>
          </a:xfrm>
          <a:prstGeom prst="ellipse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42032"/>
            <a:ext cx="996696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MemoryART 用共振决定并入还是新建。对不上的疾病不会共用一个原型。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520440"/>
            <a:ext cx="11320272" cy="10972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794760"/>
            <a:ext cx="530352" cy="530352"/>
          </a:xfrm>
          <a:prstGeom prst="ellipse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76472"/>
            <a:ext cx="996696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收益主要在跨就诊推理，token 低于 A-Mem 和 MemoryOS。单次就诊和综合诊断仍要防检索噪声。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B3C"/>
                </a:solidFill>
                <a:latin typeface="Microsoft YaHei"/>
                <a:ea typeface="Microsoft YaHei"/>
                <a:cs typeface="Microsoft YaHei"/>
              </a:rPr>
              <a:t>可以展开讨论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警惕阈值在真实专科里怎么定；综合诊断的噪声能不能用拒绝回答压住；这套情节结构和 ARTEM 的四通道事件能不能共用。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组会汇报：MemoryART 创新应用</dc:title>
  <dc:subject>MemoryART: multi-memory ART for healthcare agents</dc:subject>
  <dc:creator>樊曦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组会汇报</cp:category>
</cp:coreProperties>
</file>